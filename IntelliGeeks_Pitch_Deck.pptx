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6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760720"/>
            <a:ext cx="12188952" cy="1097280"/>
          </a:xfrm>
          <a:prstGeom prst="rect">
            <a:avLst/>
          </a:prstGeom>
          <a:solidFill>
            <a:srgbClr val="FFC0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914400"/>
            <a:ext cx="100584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1" i="0">
                <a:solidFill>
                  <a:srgbClr val="FFFFFF"/>
                </a:solidFill>
              </a:rPr>
              <a:t>IntelliGeeks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5603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solidFill>
                  <a:srgbClr val="FFC02B"/>
                </a:solidFill>
              </a:rPr>
              <a:t>Nigeria's Premier Tech Academy for Teens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2918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 i="1">
                <a:solidFill>
                  <a:srgbClr val="CCD6FF"/>
                </a:solidFill>
              </a:rPr>
              <a:t>Bridging the gap between school and the real digital world — for ages 12 to 18.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0233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FFFFFF"/>
                </a:solidFill>
              </a:rPr>
              <a:t>June 2026 Cohort  ·  12 Weeks  ·  ₦200,000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8064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0D1B6E"/>
                </a:solidFill>
              </a:rPr>
              <a:t>intelligeeks.com  |  wa.me/2348025334598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D1B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</a:rPr>
              <a:t>The Problem — The Gap Is Real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217920"/>
            <a:ext cx="12188952" cy="640080"/>
          </a:xfrm>
          <a:prstGeom prst="rect">
            <a:avLst/>
          </a:prstGeom>
          <a:solidFill>
            <a:srgbClr val="0D1B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D1B6E"/>
                </a:solidFill>
              </a:rPr>
              <a:t>Most Nigerian teens finish school without a single line of working code.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9164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700"/>
              </a:spcBef>
            </a:pPr>
            <a:r>
              <a:rPr sz="1800">
                <a:solidFill>
                  <a:srgbClr val="444455"/>
                </a:solidFill>
              </a:rPr>
              <a:t>🎓  Nigerian universities produce 600,000+ graduates yearly — most lack practical digital skills</a:t>
            </a:r>
          </a:p>
          <a:p>
            <a:pPr>
              <a:spcBef>
                <a:spcPts val="700"/>
              </a:spcBef>
            </a:pPr>
            <a:r>
              <a:rPr sz="1800">
                <a:solidFill>
                  <a:srgbClr val="444455"/>
                </a:solidFill>
              </a:rPr>
              <a:t>📚  Secondary school curriculums rarely include programming, AI, or real computational thinking</a:t>
            </a:r>
          </a:p>
          <a:p>
            <a:pPr>
              <a:spcBef>
                <a:spcPts val="700"/>
              </a:spcBef>
            </a:pPr>
            <a:r>
              <a:rPr sz="1800">
                <a:solidFill>
                  <a:srgbClr val="444455"/>
                </a:solidFill>
              </a:rPr>
              <a:t>🌍  World Economic Forum: 65% of children today will work in jobs that don't yet exist — all tech-driven</a:t>
            </a:r>
          </a:p>
          <a:p>
            <a:pPr>
              <a:spcBef>
                <a:spcPts val="700"/>
              </a:spcBef>
            </a:pPr>
            <a:r>
              <a:rPr sz="1800">
                <a:solidFill>
                  <a:srgbClr val="444455"/>
                </a:solidFill>
              </a:rPr>
              <a:t>📉  Nigeria imports tech talent despite having millions of young, eager minds sitting idle</a:t>
            </a:r>
          </a:p>
          <a:p>
            <a:pPr>
              <a:spcBef>
                <a:spcPts val="700"/>
              </a:spcBef>
            </a:pPr>
            <a:r>
              <a:rPr sz="1800">
                <a:solidFill>
                  <a:srgbClr val="444455"/>
                </a:solidFill>
              </a:rPr>
              <a:t>⏳  By the time students reach university, they are 6 years behind peers who started at 12</a:t>
            </a:r>
          </a:p>
          <a:p>
            <a:pPr>
              <a:spcBef>
                <a:spcPts val="700"/>
              </a:spcBef>
            </a:pPr>
            <a:r>
              <a:rPr sz="1800">
                <a:solidFill>
                  <a:srgbClr val="444455"/>
                </a:solidFill>
              </a:rPr>
              <a:t>😟  Parents want better futures for their children — but formal schooling isn't delivering it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D1B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</a:rPr>
              <a:t>Our Solution — Real Skills, Not Just Theory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217920"/>
            <a:ext cx="12188952" cy="640080"/>
          </a:xfrm>
          <a:prstGeom prst="rect">
            <a:avLst/>
          </a:prstGeom>
          <a:solidFill>
            <a:srgbClr val="0D1B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444455"/>
                </a:solidFill>
              </a:rPr>
              <a:t>IntelliGeeks is a structured, hands-on tech program built around what students will
actually use — in school, at university, and in their careers.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286000"/>
            <a:ext cx="5486400" cy="1463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2286000"/>
            <a:ext cx="109728" cy="1463040"/>
          </a:xfrm>
          <a:prstGeom prst="rect">
            <a:avLst/>
          </a:prstGeom>
          <a:solidFill>
            <a:srgbClr val="0D1B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42316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0D1B6E"/>
                </a:solidFill>
              </a:rPr>
              <a:t>🐍  Python Programming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0175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444455"/>
                </a:solidFill>
              </a:rPr>
              <a:t>The #1 language in AI, data, and automation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0" y="2286000"/>
            <a:ext cx="5486400" cy="1463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0" y="2286000"/>
            <a:ext cx="109728" cy="1463040"/>
          </a:xfrm>
          <a:prstGeom prst="rect">
            <a:avLst/>
          </a:prstGeom>
          <a:solidFill>
            <a:srgbClr val="0D1B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29400" y="242316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0D1B6E"/>
                </a:solidFill>
              </a:rPr>
              <a:t>🤖  AI &amp; Machine Learning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29400" y="30175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444455"/>
                </a:solidFill>
              </a:rPr>
              <a:t>How to understand, use and build AI tools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3977639"/>
            <a:ext cx="5486400" cy="1463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8640" y="3977639"/>
            <a:ext cx="109728" cy="1463040"/>
          </a:xfrm>
          <a:prstGeom prst="rect">
            <a:avLst/>
          </a:prstGeom>
          <a:solidFill>
            <a:srgbClr val="0D1B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411480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0D1B6E"/>
                </a:solidFill>
              </a:rPr>
              <a:t>🧠  Computational Thinking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4709159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444455"/>
                </a:solidFill>
              </a:rPr>
              <a:t>Problem-solving the way computers do it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0" y="3977639"/>
            <a:ext cx="5486400" cy="1463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400800" y="3977639"/>
            <a:ext cx="109728" cy="1463040"/>
          </a:xfrm>
          <a:prstGeom prst="rect">
            <a:avLst/>
          </a:prstGeom>
          <a:solidFill>
            <a:srgbClr val="0D1B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29400" y="411480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0D1B6E"/>
                </a:solidFill>
              </a:rPr>
              <a:t>📱  Flutter App Development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29400" y="4709159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444455"/>
                </a:solidFill>
              </a:rPr>
              <a:t>Build and publish real mobile applications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D1B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</a:rPr>
              <a:t>Our Foundation — Computational Thinking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217920"/>
            <a:ext cx="12188952" cy="640080"/>
          </a:xfrm>
          <a:prstGeom prst="rect">
            <a:avLst/>
          </a:prstGeom>
          <a:solidFill>
            <a:srgbClr val="0D1B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D1B6E"/>
                </a:solidFill>
              </a:rPr>
              <a:t>Before teaching code, we teach how to think.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459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444455"/>
                </a:solidFill>
              </a:rPr>
              <a:t>Most programs jump straight to syntax. We start with problem-solving — the same way a computer does.
Decompose a problem → find patterns → design a solution → automate it. That sequence is universal.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834640"/>
            <a:ext cx="2606040" cy="2560320"/>
          </a:xfrm>
          <a:prstGeom prst="rect">
            <a:avLst/>
          </a:prstGeom>
          <a:solidFill>
            <a:srgbClr val="0D1B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3017520"/>
            <a:ext cx="2423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C02B"/>
                </a:solidFill>
              </a:rPr>
              <a:t>🔍  Decomposition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749039"/>
            <a:ext cx="24231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Break big problems into
small, manageable parts</a:t>
            </a:r>
          </a:p>
        </p:txBody>
      </p:sp>
      <p:sp>
        <p:nvSpPr>
          <p:cNvPr id="10" name="Rectangle 9"/>
          <p:cNvSpPr/>
          <p:nvPr/>
        </p:nvSpPr>
        <p:spPr>
          <a:xfrm>
            <a:off x="3383280" y="2834640"/>
            <a:ext cx="2606040" cy="2560320"/>
          </a:xfrm>
          <a:prstGeom prst="rect">
            <a:avLst/>
          </a:prstGeom>
          <a:solidFill>
            <a:srgbClr val="0D1B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74720" y="3017520"/>
            <a:ext cx="2423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C02B"/>
                </a:solidFill>
              </a:rPr>
              <a:t>🔄  Pattern Recognition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74720" y="3749039"/>
            <a:ext cx="24231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Spot structure and
repetition across problems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0" y="2834640"/>
            <a:ext cx="2606040" cy="2560320"/>
          </a:xfrm>
          <a:prstGeom prst="rect">
            <a:avLst/>
          </a:prstGeom>
          <a:solidFill>
            <a:srgbClr val="0D1B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09359" y="3017520"/>
            <a:ext cx="2423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C02B"/>
                </a:solidFill>
              </a:rPr>
              <a:t>📐  Abstraction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59" y="3749039"/>
            <a:ext cx="24231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Focus on what matters,
ignore the noise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052560" y="2834640"/>
            <a:ext cx="2606040" cy="2560320"/>
          </a:xfrm>
          <a:prstGeom prst="rect">
            <a:avLst/>
          </a:prstGeom>
          <a:solidFill>
            <a:srgbClr val="0D1B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0" y="3017520"/>
            <a:ext cx="2423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C02B"/>
                </a:solidFill>
              </a:rPr>
              <a:t>⚙️  Algorithms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0" y="3749039"/>
            <a:ext cx="24231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Step-by-step logic that
a computer can execute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56692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1">
                <a:solidFill>
                  <a:srgbClr val="444455"/>
                </a:solidFill>
              </a:rPr>
              <a:t>This is the same process engineers at Google, Microsoft, and local startups use every day.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D1B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</a:rPr>
              <a:t>Who Teaches — First Class Graduates. Real Practitioners.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217920"/>
            <a:ext cx="12188952" cy="640080"/>
          </a:xfrm>
          <a:prstGeom prst="rect">
            <a:avLst/>
          </a:prstGeom>
          <a:solidFill>
            <a:srgbClr val="0D1B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D1B6E"/>
                </a:solidFill>
              </a:rPr>
              <a:t>Harvard, MIT, and Lagos Business School all do the same thing:
they bring in practitioners — people who have built things — not just lecturers who've read about it.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0574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1">
                <a:solidFill>
                  <a:srgbClr val="444455"/>
                </a:solidFill>
              </a:rPr>
              <a:t>We hold IntelliGeeks to the same standard.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651760"/>
            <a:ext cx="11064240" cy="1005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2651760"/>
            <a:ext cx="91440" cy="1005840"/>
          </a:xfrm>
          <a:prstGeom prst="rect">
            <a:avLst/>
          </a:prstGeom>
          <a:solidFill>
            <a:srgbClr val="FFC0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697479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D1B6E"/>
                </a:solidFill>
              </a:rPr>
              <a:t>🎖️  First Class Degree — No Exceptions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37760" y="2697479"/>
            <a:ext cx="6675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44455"/>
                </a:solidFill>
              </a:rPr>
              <a:t>Every IntelliGeeks instructor holds a First Class degree. This isn't a preference — it's a rule.
Academic excellence signals depth of understanding, not just surface knowledge.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3794760"/>
            <a:ext cx="11064240" cy="1005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" y="3794760"/>
            <a:ext cx="91440" cy="1005840"/>
          </a:xfrm>
          <a:prstGeom prst="rect">
            <a:avLst/>
          </a:prstGeom>
          <a:solidFill>
            <a:srgbClr val="FFC0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384048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D1B6E"/>
                </a:solidFill>
              </a:rPr>
              <a:t>🛠️  Industry Experience Required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37760" y="3840480"/>
            <a:ext cx="6675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44455"/>
                </a:solidFill>
              </a:rPr>
              <a:t>Our tutors have shipped products, worked in tech companies, or built their own projects.
They don't just teach concepts — they teach from scars and wins.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4937760"/>
            <a:ext cx="11064240" cy="1005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8640" y="4937760"/>
            <a:ext cx="91440" cy="1005840"/>
          </a:xfrm>
          <a:prstGeom prst="rect">
            <a:avLst/>
          </a:prstGeom>
          <a:solidFill>
            <a:srgbClr val="FFC0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498348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D1B6E"/>
                </a:solidFill>
              </a:rPr>
              <a:t>👤  Small Cohorts for Real Mentorship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37760" y="4983480"/>
            <a:ext cx="6675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44455"/>
                </a:solidFill>
              </a:rPr>
              <a:t>Students get direct access to instructors — not a crowd of 200 watching slides.
Questions get answered. Gaps get closed.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D1B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</a:rPr>
              <a:t>Why Digital Learning — They'll Work Online. Let Them Learn Online.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217920"/>
            <a:ext cx="12188952" cy="640080"/>
          </a:xfrm>
          <a:prstGeom prst="rect">
            <a:avLst/>
          </a:prstGeom>
          <a:solidFill>
            <a:srgbClr val="0D1B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0D1B6E"/>
                </a:solidFill>
              </a:rPr>
              <a:t>The future of work is remote, digital, and global. Training teens in that environment is not a compromise — it is preparation.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737360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D1B6E"/>
                </a:solidFill>
              </a:rPr>
              <a:t>💻  They Already Live Online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846320" y="1737360"/>
            <a:ext cx="7040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4455"/>
                </a:solidFill>
              </a:rPr>
              <a:t>Nigerian teens spend 4–6 hours daily on screens. We redirect that time toward productive, career-building skills.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304288"/>
            <a:ext cx="11064240" cy="27432"/>
          </a:xfrm>
          <a:prstGeom prst="rect">
            <a:avLst/>
          </a:prstGeom>
          <a:solidFill>
            <a:srgbClr val="E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2624328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D1B6E"/>
                </a:solidFill>
              </a:rPr>
              <a:t>🌐  Remote Work Is the New Normal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46320" y="2624328"/>
            <a:ext cx="7040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4455"/>
                </a:solidFill>
              </a:rPr>
              <a:t>Over 60% of global tech jobs now offer remote or hybrid options. Students who learn digitally adapt faster to how work actually happens.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3191256"/>
            <a:ext cx="11064240" cy="27432"/>
          </a:xfrm>
          <a:prstGeom prst="rect">
            <a:avLst/>
          </a:prstGeom>
          <a:solidFill>
            <a:srgbClr val="E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3511296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D1B6E"/>
                </a:solidFill>
              </a:rPr>
              <a:t>🔧  Tools They'll Actually Use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46320" y="3511296"/>
            <a:ext cx="7040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4455"/>
                </a:solidFill>
              </a:rPr>
              <a:t>VS Code, GitHub, Figma, Google Colab — students learn on the same platforms professionals use from Day 1.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4078224"/>
            <a:ext cx="11064240" cy="27432"/>
          </a:xfrm>
          <a:prstGeom prst="rect">
            <a:avLst/>
          </a:prstGeom>
          <a:solidFill>
            <a:srgbClr val="E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4398264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D1B6E"/>
                </a:solidFill>
              </a:rPr>
              <a:t>📊  Stanford Research Shows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46320" y="4398264"/>
            <a:ext cx="7040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4455"/>
                </a:solidFill>
              </a:rPr>
              <a:t>Students in online environments perform 40% better on average when the content is structured and interactive — which ours is.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4965192"/>
            <a:ext cx="11064240" cy="27432"/>
          </a:xfrm>
          <a:prstGeom prst="rect">
            <a:avLst/>
          </a:prstGeom>
          <a:solidFill>
            <a:srgbClr val="E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5285231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D1B6E"/>
                </a:solidFill>
              </a:rPr>
              <a:t>🌍  No Geography Barrier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46320" y="5285231"/>
            <a:ext cx="7040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4455"/>
                </a:solidFill>
              </a:rPr>
              <a:t>A teen in Kano gets the same quality as one in Lagos. Digital delivery is the great equaliser.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" y="5852159"/>
            <a:ext cx="11064240" cy="27432"/>
          </a:xfrm>
          <a:prstGeom prst="rect">
            <a:avLst/>
          </a:prstGeom>
          <a:solidFill>
            <a:srgbClr val="E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D1B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</a:rPr>
              <a:t>The Program — Structured for Real Outcomes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217920"/>
            <a:ext cx="12188952" cy="640080"/>
          </a:xfrm>
          <a:prstGeom prst="rect">
            <a:avLst/>
          </a:prstGeom>
          <a:solidFill>
            <a:srgbClr val="0D1B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188720"/>
            <a:ext cx="5212080" cy="1920240"/>
          </a:xfrm>
          <a:prstGeom prst="rect">
            <a:avLst/>
          </a:prstGeom>
          <a:solidFill>
            <a:srgbClr val="0D1B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463040"/>
            <a:ext cx="52120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FC02B"/>
                </a:solidFill>
              </a:rPr>
              <a:t>12 Weeks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377440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FFFFFF"/>
                </a:solidFill>
              </a:rPr>
              <a:t>Intensive, focused curriculum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0" y="1188720"/>
            <a:ext cx="5212080" cy="1920240"/>
          </a:xfrm>
          <a:prstGeom prst="rect">
            <a:avLst/>
          </a:prstGeom>
          <a:solidFill>
            <a:srgbClr val="0D1B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463040"/>
            <a:ext cx="52120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FC02B"/>
                </a:solidFill>
              </a:rPr>
              <a:t>Ages 12–18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377440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FFFFFF"/>
                </a:solidFill>
              </a:rPr>
              <a:t>Built for Nigerian teens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3474720"/>
            <a:ext cx="5212080" cy="1920240"/>
          </a:xfrm>
          <a:prstGeom prst="rect">
            <a:avLst/>
          </a:prstGeom>
          <a:solidFill>
            <a:srgbClr val="0D1B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3749039"/>
            <a:ext cx="52120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FC02B"/>
                </a:solidFill>
              </a:rPr>
              <a:t>₦200,000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4663440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FFFFFF"/>
                </a:solidFill>
              </a:rPr>
              <a:t>All-inclusive tuition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0" y="3474720"/>
            <a:ext cx="5212080" cy="1920240"/>
          </a:xfrm>
          <a:prstGeom prst="rect">
            <a:avLst/>
          </a:prstGeom>
          <a:solidFill>
            <a:srgbClr val="0D1B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3749039"/>
            <a:ext cx="52120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FC02B"/>
                </a:solidFill>
              </a:rPr>
              <a:t>June 19, 2026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4663440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FFFFFF"/>
                </a:solidFill>
              </a:rPr>
              <a:t>Next cohort opens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57607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1">
                <a:solidFill>
                  <a:srgbClr val="444455"/>
                </a:solidFill>
              </a:rPr>
              <a:t>Students graduate with a working project portfolio — not just a certificate.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6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FFC0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0D1B6E"/>
                </a:solidFill>
              </a:rPr>
              <a:t>🏆  The Best Student Promise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5760720"/>
            <a:ext cx="12188952" cy="1097280"/>
          </a:xfrm>
          <a:prstGeom prst="rect">
            <a:avLst/>
          </a:prstGeom>
          <a:solidFill>
            <a:srgbClr val="FFC0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6984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FFFFFF"/>
                </a:solidFill>
              </a:rPr>
              <a:t>Every cohort, the highest-performing student
gets their full ₦200,000 back.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74320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FFC02B"/>
                </a:solidFill>
              </a:rPr>
              <a:t>No fine print. No draw. Pure meritocracy.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474720" y="347472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C02B"/>
                </a:solidFill>
              </a:rPr>
              <a:t>What it signals to parents: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74720" y="3977639"/>
            <a:ext cx="54864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700">
                <a:solidFill>
                  <a:srgbClr val="FFFFFF"/>
                </a:solidFill>
              </a:rPr>
              <a:t>✅  We bet on our own students' success</a:t>
            </a:r>
          </a:p>
          <a:p>
            <a:pPr>
              <a:spcBef>
                <a:spcPts val="600"/>
              </a:spcBef>
            </a:pPr>
            <a:r>
              <a:rPr sz="1700">
                <a:solidFill>
                  <a:srgbClr val="FFFFFF"/>
                </a:solidFill>
              </a:rPr>
              <a:t>✅  Excellence is not just praised — it is rewarded financially</a:t>
            </a:r>
          </a:p>
          <a:p>
            <a:pPr>
              <a:spcBef>
                <a:spcPts val="600"/>
              </a:spcBef>
            </a:pPr>
            <a:r>
              <a:rPr sz="1700">
                <a:solidFill>
                  <a:srgbClr val="FFFFFF"/>
                </a:solidFill>
              </a:rPr>
              <a:t>✅  Every child has a fair, measurable chance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833872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0D1B6E"/>
                </a:solidFill>
              </a:rPr>
              <a:t>intelligeeks.com  |  wa.me/2348025334598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D1B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</a:rPr>
              <a:t>Why Now — The Window Is Open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217920"/>
            <a:ext cx="12188952" cy="640080"/>
          </a:xfrm>
          <a:prstGeom prst="rect">
            <a:avLst/>
          </a:prstGeom>
          <a:solidFill>
            <a:srgbClr val="0D1B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D1B6E"/>
                </a:solidFill>
              </a:rPr>
              <a:t>There has never been a better — or more urgent — time.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91640"/>
            <a:ext cx="4206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D1B6E"/>
                </a:solidFill>
              </a:rPr>
              <a:t>📈  Tech Demand Is Accelerating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937760" y="1691640"/>
            <a:ext cx="6949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4455"/>
                </a:solidFill>
              </a:rPr>
              <a:t>The World Economic Forum projects 97 million new tech-adjacent roles by 2025. Nigeria needs its own supply chain.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258568"/>
            <a:ext cx="11064240" cy="27432"/>
          </a:xfrm>
          <a:prstGeom prst="rect">
            <a:avLst/>
          </a:prstGeom>
          <a:solidFill>
            <a:srgbClr val="E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2578608"/>
            <a:ext cx="4206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D1B6E"/>
                </a:solidFill>
              </a:rPr>
              <a:t>🏫  No Serious Competitor at This Level in Nigeria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37760" y="2578608"/>
            <a:ext cx="6949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4455"/>
                </a:solidFill>
              </a:rPr>
              <a:t>There is no structured, quality, practitioner-led teen tech academy operating at this standard in the country — yet.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3145536"/>
            <a:ext cx="11064240" cy="27432"/>
          </a:xfrm>
          <a:prstGeom prst="rect">
            <a:avLst/>
          </a:prstGeom>
          <a:solidFill>
            <a:srgbClr val="E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3465576"/>
            <a:ext cx="4206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D1B6E"/>
                </a:solidFill>
              </a:rPr>
              <a:t>📱  Smartphones Are Already in Every Home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37760" y="3465576"/>
            <a:ext cx="6949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4455"/>
                </a:solidFill>
              </a:rPr>
              <a:t>Infrastructure barrier is gone. Every student has a device. The barrier now is quality content and mentorship.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4032504"/>
            <a:ext cx="11064240" cy="27432"/>
          </a:xfrm>
          <a:prstGeom prst="rect">
            <a:avLst/>
          </a:prstGeom>
          <a:solidFill>
            <a:srgbClr val="E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4352544"/>
            <a:ext cx="4206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D1B6E"/>
                </a:solidFill>
              </a:rPr>
              <a:t>🔁  Compounding Returns on Early Learning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937760" y="4352544"/>
            <a:ext cx="6949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4455"/>
                </a:solidFill>
              </a:rPr>
              <a:t>A 12-year-old who learns Python today has 6 years to compound that skill before university. That is a career advantage.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4919472"/>
            <a:ext cx="11064240" cy="27432"/>
          </a:xfrm>
          <a:prstGeom prst="rect">
            <a:avLst/>
          </a:prstGeom>
          <a:solidFill>
            <a:srgbClr val="E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5239512"/>
            <a:ext cx="4206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D1B6E"/>
                </a:solidFill>
              </a:rPr>
              <a:t>👨‍👩‍👧  Parents Are Ready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937760" y="5239512"/>
            <a:ext cx="6949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4455"/>
                </a:solidFill>
              </a:rPr>
              <a:t>Nigerian parents are actively spending on education. They just need a trustworthy, credible option to invest in.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" y="5806440"/>
            <a:ext cx="11064240" cy="27432"/>
          </a:xfrm>
          <a:prstGeom prst="rect">
            <a:avLst/>
          </a:prstGeom>
          <a:solidFill>
            <a:srgbClr val="E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6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394960"/>
            <a:ext cx="12188952" cy="1463040"/>
          </a:xfrm>
          <a:prstGeom prst="rect">
            <a:avLst/>
          </a:prstGeom>
          <a:solidFill>
            <a:srgbClr val="FFC0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FFFFFF"/>
                </a:solidFill>
              </a:rPr>
              <a:t>Let's Build Nigeria's
Next Generation of Tech Leaders.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69748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0" i="1">
                <a:solidFill>
                  <a:srgbClr val="FFC02B"/>
                </a:solidFill>
              </a:rPr>
              <a:t>12 weeks. First Class tutors. Real projects. Real outcomes.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3375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 i="0">
                <a:solidFill>
                  <a:srgbClr val="CCD6FF"/>
                </a:solidFill>
              </a:rPr>
              <a:t>June 19, 2026  ·  Ages 12–18  ·  ₦200,000  ·  Limited Spots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977639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1">
                <a:solidFill>
                  <a:srgbClr val="FFFFFF"/>
                </a:solidFill>
              </a:rPr>
              <a:t>Reserve your child's spot today — before the cohort fills.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474720" y="5486400"/>
            <a:ext cx="5943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500">
                <a:solidFill>
                  <a:srgbClr val="0D1B6E"/>
                </a:solidFill>
              </a:rPr>
              <a:t>🌐  intelligeeks.com</a:t>
            </a:r>
          </a:p>
          <a:p>
            <a:pPr>
              <a:spcBef>
                <a:spcPts val="600"/>
              </a:spcBef>
            </a:pPr>
            <a:r>
              <a:rPr sz="1500">
                <a:solidFill>
                  <a:srgbClr val="0D1B6E"/>
                </a:solidFill>
              </a:rPr>
              <a:t>💬  wa.me/2348025334598</a:t>
            </a:r>
          </a:p>
          <a:p>
            <a:pPr>
              <a:spcBef>
                <a:spcPts val="600"/>
              </a:spcBef>
            </a:pPr>
            <a:r>
              <a:rPr sz="1500">
                <a:solidFill>
                  <a:srgbClr val="0D1B6E"/>
                </a:solidFill>
              </a:rPr>
              <a:t>📧  hello@intelligeeks.com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